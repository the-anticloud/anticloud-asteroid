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ASTEROID | Category: AUDIO_CONSUMER</a:t>
            </a:r>
          </a:p>
          <a:p>
            <a:r>
              <a:rPr sz="1400"/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ASTEROID.</a:t>
            </a:r>
          </a:p>
          <a:p>
            <a:r>
              <a:rPr sz="1400"/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ASTEROID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