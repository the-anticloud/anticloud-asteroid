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ASTEROID | Category: AUDIO_CONSUMER</a:t>
            </a:r>
          </a:p>
          <a:p>
            <a: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ASTEROID (PyTorch audio source separation toolkit),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