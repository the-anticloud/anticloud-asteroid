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https://github.com/asteroid-team/asteroid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anticloud-asteroid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