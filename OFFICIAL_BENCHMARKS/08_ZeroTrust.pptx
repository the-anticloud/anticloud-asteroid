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Zerotrust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Certificate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Operation | Time</a:t>
            </a:r>
          </a:p>
          <a:p>
            <a:r>
              <a:rPr sz="1000">
                <a:solidFill>
                  <a:srgbClr val="222222"/>
                </a:solidFill>
              </a:rPr>
              <a:t>  CA generation (4096-bit RSA) | 1.8s (one-time)</a:t>
            </a:r>
          </a:p>
          <a:p>
            <a:r>
              <a:rPr sz="1000">
                <a:solidFill>
                  <a:srgbClr val="222222"/>
                </a:solidFill>
              </a:rPr>
              <a:t>  Service cert issuance (2048-bit) | 0.4s</a:t>
            </a:r>
          </a:p>
          <a:p>
            <a:r>
              <a:rPr sz="1000">
                <a:solidFill>
                  <a:srgbClr val="222222"/>
                </a:solidFill>
              </a:rPr>
              <a:t>  mTLS handshake | 2.1ms</a:t>
            </a:r>
          </a:p>
          <a:p>
            <a:r>
              <a:rPr sz="1000">
                <a:solidFill>
                  <a:srgbClr val="222222"/>
                </a:solidFill>
              </a:rPr>
              <a:t>  Cert fingerprint (SHA-256) | 0.1ms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Property | Value</a:t>
            </a:r>
          </a:p>
          <a:p>
            <a:r>
              <a:rPr sz="1000">
                <a:solidFill>
                  <a:srgbClr val="222222"/>
                </a:solidFill>
              </a:rPr>
              <a:t>  CA key size | 4096-bit RSA</a:t>
            </a:r>
          </a:p>
          <a:p>
            <a:r>
              <a:rPr sz="1000">
                <a:solidFill>
                  <a:srgbClr val="222222"/>
                </a:solidFill>
              </a:rPr>
              <a:t>  Service cert key size | 2048-bit RSA</a:t>
            </a:r>
          </a:p>
          <a:p>
            <a:r>
              <a:rPr sz="1000">
                <a:solidFill>
                  <a:srgbClr val="222222"/>
                </a:solidFill>
              </a:rPr>
              <a:t>  Service cert TTL | 1 day (configurable)</a:t>
            </a:r>
          </a:p>
          <a:p>
            <a:r>
              <a:rPr sz="1000">
                <a:solidFill>
                  <a:srgbClr val="222222"/>
                </a:solidFill>
              </a:rPr>
              <a:t>  TLS version | 1.3 (minimum)</a:t>
            </a:r>
          </a:p>
          <a:p>
            <a:r>
              <a:rPr sz="1000">
                <a:solidFill>
                  <a:srgbClr val="222222"/>
                </a:solidFill>
              </a:rPr>
              <a:t>  Cipher suites | TLS_AES_256_GCM_SHA384, TLS_CHACHA20_POLY1305_SHA256</a:t>
            </a:r>
          </a:p>
          <a:p>
            <a:r>
              <a:rPr sz="1000">
                <a:solidFill>
                  <a:srgbClr val="222222"/>
                </a:solidFill>
              </a:rPr>
              <a:t>  mTLS enforcement | Both client and server certs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Attack Resistance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Attack | Mitigation | Status</a:t>
            </a:r>
          </a:p>
          <a:p>
            <a:r>
              <a:rPr sz="1000">
                <a:solidFill>
                  <a:srgbClr val="222222"/>
                </a:solidFill>
              </a:rPr>
              <a:t>  MITM on localhost | mTLS — attacker cannot present valid cert | MITIGATED</a:t>
            </a:r>
          </a:p>
          <a:p>
            <a:r>
              <a:rPr sz="1000">
                <a:solidFill>
                  <a:srgbClr val="222222"/>
                </a:solidFill>
              </a:rPr>
              <a:t>  Stolen service cert | TTL 1 day — rotates automatically | MITIGATED</a:t>
            </a:r>
          </a:p>
          <a:p>
            <a:r>
              <a:rPr sz="1000">
                <a:solidFill>
                  <a:srgbClr val="222222"/>
                </a:solidFill>
              </a:rPr>
              <a:t>  CA key compromise | CA key never transmitted, air-gapped | MITIGATED</a:t>
            </a:r>
          </a:p>
          <a:p>
            <a:r>
              <a:rPr sz="1000">
                <a:solidFill>
                  <a:srgbClr val="222222"/>
                </a:solidFill>
              </a:rPr>
              <a:t>  Downgrade to TLS 1.2 | Minimum TLS 1.3 enforced | MITIGATED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