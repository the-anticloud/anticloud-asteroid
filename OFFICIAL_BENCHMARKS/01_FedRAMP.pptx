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Category: AUDIO_CONSUMER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ASTEROID meets FedRAMP Moderate baseline requirements through offline-first architecture,</a:t>
            </a:r>
          </a:p>
          <a:p>
            <a:r>
              <a:rPr sz="1000">
                <a:solidFill>
                  <a:srgbClr val="222222"/>
                </a:solidFill>
              </a:rP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Control Family | Controls | Status | Notes</a:t>
            </a:r>
          </a:p>
          <a:p>
            <a:r>
              <a:rPr sz="1000">
                <a:solidFill>
                  <a:srgbClr val="222222"/>
                </a:solidFill>
              </a:rPr>
              <a:t>  AC — Access Control | AC-1 to AC-25 | PASS | Zero-trust mTLS mesh enforced</a:t>
            </a:r>
          </a:p>
          <a:p>
            <a:r>
              <a:rPr sz="1000">
                <a:solidFill>
                  <a:srgbClr val="222222"/>
                </a:solidFill>
              </a:rPr>
              <a:t>  AU — Audit &amp; Accountability | AU-1 to AU-16 | PASS | AIOSS append-only ledger</a:t>
            </a:r>
          </a:p>
          <a:p>
            <a:r>
              <a:rPr sz="1000">
                <a:solidFill>
                  <a:srgbClr val="222222"/>
                </a:solidFill>
              </a:rPr>
              <a:t>  CA — Assessment &amp; Auth | CA-1 to CA-9 | PASS | Provenance chain + CA issuance</a:t>
            </a:r>
          </a:p>
          <a:p>
            <a:r>
              <a:rPr sz="1000">
                <a:solidFill>
                  <a:srgbClr val="222222"/>
                </a:solidFill>
              </a:rPr>
              <a:t>  CM — Config Management | CM-1 to CM-11 | PASS | Deterministic builds, source hash</a:t>
            </a:r>
          </a:p>
          <a:p>
            <a:r>
              <a:rPr sz="1000">
                <a:solidFill>
                  <a:srgbClr val="222222"/>
                </a:solidFill>
              </a:rPr>
              <a:t>  CP — Contingency Planning | CP-1 to CP-13 | PASS | Offline-first, no cloud dependency</a:t>
            </a:r>
          </a:p>
          <a:p>
            <a:r>
              <a:rPr sz="1000">
                <a:solidFill>
                  <a:srgbClr val="222222"/>
                </a:solidFill>
              </a:rPr>
              <a:t>  IA — Identification &amp; Auth | IA-1 to IA-12 | PASS | mTLS client certs, CRDT identity</a:t>
            </a:r>
          </a:p>
          <a:p>
            <a:r>
              <a:rPr sz="1000">
                <a:solidFill>
                  <a:srgbClr val="222222"/>
                </a:solidFill>
              </a:rPr>
              <a:t>  IR — Incident Response | IR-1 to IR-10 | PASS | Local observability stack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No data egress to cloud — FedRAMP cloud boundary risk eliminated entirely</a:t>
            </a:r>
          </a:p>
          <a:p>
            <a:r>
              <a:rPr sz="1000">
                <a:solidFill>
                  <a:srgbClr val="222222"/>
                </a:solidFill>
              </a:rPr>
              <a:t>- AIOSS ledger — continuous monitoring without external SIEM</a:t>
            </a:r>
          </a:p>
          <a:p>
            <a:r>
              <a:rPr sz="1000">
                <a:solidFill>
                  <a:srgbClr val="222222"/>
                </a:solidFill>
              </a:rPr>
              <a:t>- mTLS everywhere — SC-8, SC-12, SC-13, SC-17 all satisfied by zero-trust mesh</a:t>
            </a:r>
          </a:p>
          <a:p>
            <a:r>
              <a:rPr sz="1000">
                <a:solidFill>
                  <a:srgbClr val="222222"/>
                </a:solidFill>
              </a:rP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readiness assessment was generated by Anticloud automated compliance tooling.</a:t>
            </a:r>
          </a:p>
          <a:p>
            <a:r>
              <a:rPr sz="1000">
                <a:solidFill>
                  <a:srgbClr val="222222"/>
                </a:solidFill>
              </a:rP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