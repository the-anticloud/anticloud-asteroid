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2026-10-02T09:28:21.020339Z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3892722367c314ea46bbdb89ca633404f6268cede9de5425e481d0bc53a276bf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2026-10-02T09:28:21.020339Z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