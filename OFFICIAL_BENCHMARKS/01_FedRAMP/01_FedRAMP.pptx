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2026-10-02T09:28:13.666954Z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0130c48290a9b21144a2f435b43e606248e7b421f68700ff3e63dbff0f584e19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2026-10-02T09:28:13.666954Z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